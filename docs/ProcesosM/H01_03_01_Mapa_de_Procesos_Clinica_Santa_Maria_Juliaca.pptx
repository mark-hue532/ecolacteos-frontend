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0B5563"/>
          </a:solidFill>
          <a:ln/>
        </p:spPr>
      </p:sp>
      <p:sp>
        <p:nvSpPr>
          <p:cNvPr id="3" name="Shape 1"/>
          <p:cNvSpPr/>
          <p:nvPr/>
        </p:nvSpPr>
        <p:spPr>
          <a:xfrm>
            <a:off x="3840480" y="0"/>
            <a:ext cx="109728" cy="68580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265176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297680" y="2743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Clínica Santa María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0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Juliaca E.I.R.L.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297680" y="3520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1 – Identificación y Documentación de Procesos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B55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82880" y="7315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0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7315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PROCESOS – CLÍNICA SANTA MARÍA JULIACA E.I.R.L.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37160" y="777240"/>
            <a:ext cx="320040" cy="5120640"/>
          </a:xfrm>
          <a:prstGeom prst="rect">
            <a:avLst/>
          </a:prstGeom>
          <a:solidFill>
            <a:srgbClr val="0B5563"/>
          </a:solidFill>
          <a:ln/>
        </p:spPr>
      </p:sp>
      <p:sp>
        <p:nvSpPr>
          <p:cNvPr id="6" name="Text 4"/>
          <p:cNvSpPr txBox="1"/>
          <p:nvPr/>
        </p:nvSpPr>
        <p:spPr>
          <a:xfrm rot="16200000">
            <a:off x="-758952" y="30632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NECESIDADES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1731752" y="777240"/>
            <a:ext cx="320040" cy="51206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" name="Text 6"/>
          <p:cNvSpPr txBox="1"/>
          <p:nvPr/>
        </p:nvSpPr>
        <p:spPr>
          <a:xfrm rot="5400000">
            <a:off x="11119104" y="30632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SATISFACCIÓN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40080" y="777240"/>
            <a:ext cx="10881360" cy="960120"/>
          </a:xfrm>
          <a:prstGeom prst="rect">
            <a:avLst/>
          </a:prstGeom>
          <a:solidFill>
            <a:srgbClr val="EFF6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874520"/>
            <a:ext cx="10881360" cy="1691640"/>
          </a:xfrm>
          <a:prstGeom prst="rect">
            <a:avLst/>
          </a:prstGeom>
          <a:solidFill>
            <a:srgbClr val="F9F2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3703320"/>
            <a:ext cx="10881360" cy="2057400"/>
          </a:xfrm>
          <a:prstGeom prst="rect">
            <a:avLst/>
          </a:prstGeom>
          <a:solidFill>
            <a:srgbClr val="FBF7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82296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ESTRATÉGICOS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24688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CREACIÓN</a:t>
            </a:r>
            <a:endParaRPr lang="en-US" sz="950" dirty="0"/>
          </a:p>
          <a:p>
            <a:pPr algn="l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VALOR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46177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148840" y="896112"/>
            <a:ext cx="2926080" cy="685800"/>
          </a:xfrm>
          <a:prstGeom prst="roundRect">
            <a:avLst>
              <a:gd name="adj" fmla="val 5333"/>
            </a:avLst>
          </a:prstGeom>
          <a:solidFill>
            <a:srgbClr val="D7ECEE"/>
          </a:solidFill>
          <a:ln w="19050">
            <a:solidFill>
              <a:srgbClr val="0B556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148840" y="896112"/>
            <a:ext cx="292608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E01. Dirección y Planificación Gerencial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212080" y="896112"/>
            <a:ext cx="2926080" cy="685800"/>
          </a:xfrm>
          <a:prstGeom prst="roundRect">
            <a:avLst>
              <a:gd name="adj" fmla="val 5333"/>
            </a:avLst>
          </a:prstGeom>
          <a:solidFill>
            <a:srgbClr val="D7ECEE"/>
          </a:solidFill>
          <a:ln w="19050">
            <a:solidFill>
              <a:srgbClr val="0B556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212080" y="896112"/>
            <a:ext cx="292608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E02. Gestión de Calidad e Inocuidad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(Calidad y Seguridad del Paciente)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275320" y="896112"/>
            <a:ext cx="2651760" cy="685800"/>
          </a:xfrm>
          <a:prstGeom prst="roundRect">
            <a:avLst>
              <a:gd name="adj" fmla="val 5333"/>
            </a:avLst>
          </a:prstGeom>
          <a:solidFill>
            <a:srgbClr val="D7ECEE"/>
          </a:solidFill>
          <a:ln w="19050">
            <a:solidFill>
              <a:srgbClr val="0B556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75320" y="896112"/>
            <a:ext cx="265176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E03. Gestión Normativa e Institucional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148840" y="2011680"/>
            <a:ext cx="1700784" cy="1417320"/>
          </a:xfrm>
          <a:prstGeom prst="roundRect">
            <a:avLst>
              <a:gd name="adj" fmla="val 2581"/>
            </a:avLst>
          </a:prstGeom>
          <a:solidFill>
            <a:srgbClr val="FBE1DE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148840" y="2011680"/>
            <a:ext cx="1700784" cy="1417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A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V01.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7A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Admisión y Atención en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7A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Externa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977640" y="2011680"/>
            <a:ext cx="1700784" cy="1417320"/>
          </a:xfrm>
          <a:prstGeom prst="roundRect">
            <a:avLst>
              <a:gd name="adj" fmla="val 2581"/>
            </a:avLst>
          </a:prstGeom>
          <a:solidFill>
            <a:srgbClr val="FBE1DE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977640" y="2011680"/>
            <a:ext cx="1700784" cy="1417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A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V02.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7A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Hospitalización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806440" y="2011680"/>
            <a:ext cx="1700784" cy="1417320"/>
          </a:xfrm>
          <a:prstGeom prst="roundRect">
            <a:avLst>
              <a:gd name="adj" fmla="val 2581"/>
            </a:avLst>
          </a:prstGeom>
          <a:solidFill>
            <a:srgbClr val="FBE1DE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806440" y="2011680"/>
            <a:ext cx="1700784" cy="1417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A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V03.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7A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Atención y Procedimientos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7A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Ginecología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635240" y="2011680"/>
            <a:ext cx="1700784" cy="1417320"/>
          </a:xfrm>
          <a:prstGeom prst="roundRect">
            <a:avLst>
              <a:gd name="adj" fmla="val 2581"/>
            </a:avLst>
          </a:prstGeom>
          <a:solidFill>
            <a:srgbClr val="FBE1DE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635240" y="2011680"/>
            <a:ext cx="1700784" cy="1417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A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V04.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7A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Procedimientos Quirúrgicos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7A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(Sala de Operaciones)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464040" y="2011680"/>
            <a:ext cx="1700784" cy="1417320"/>
          </a:xfrm>
          <a:prstGeom prst="roundRect">
            <a:avLst>
              <a:gd name="adj" fmla="val 2581"/>
            </a:avLst>
          </a:prstGeom>
          <a:solidFill>
            <a:srgbClr val="FBE1DE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464040" y="2011680"/>
            <a:ext cx="1700784" cy="1417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A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V05.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7A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Médica y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7A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del Paciente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2148840" y="358444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AL NEGOCIO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5715000" y="358444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INSTITUCIONAL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148840" y="3886200"/>
            <a:ext cx="1691640" cy="502920"/>
          </a:xfrm>
          <a:prstGeom prst="roundRect">
            <a:avLst>
              <a:gd name="adj" fmla="val 7273"/>
            </a:avLst>
          </a:prstGeom>
          <a:solidFill>
            <a:srgbClr val="FBF0DC"/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148840" y="3886200"/>
            <a:ext cx="16916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B4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SN01. Caja y Gestión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6B4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Financiera-Contable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950208" y="3886200"/>
            <a:ext cx="1691640" cy="502920"/>
          </a:xfrm>
          <a:prstGeom prst="roundRect">
            <a:avLst>
              <a:gd name="adj" fmla="val 7273"/>
            </a:avLst>
          </a:prstGeom>
          <a:solidFill>
            <a:srgbClr val="FBF0DC"/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950208" y="3886200"/>
            <a:ext cx="16916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B4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SN02. Admisión y Registro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6B4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Historias Clínicas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715000" y="3886200"/>
            <a:ext cx="1691640" cy="502920"/>
          </a:xfrm>
          <a:prstGeom prst="roundRect">
            <a:avLst>
              <a:gd name="adj" fmla="val 7273"/>
            </a:avLst>
          </a:prstGeom>
          <a:solidFill>
            <a:srgbClr val="FBF0DC"/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715000" y="3886200"/>
            <a:ext cx="16916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B4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SI01. Gestión de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6B4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Humanos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7516368" y="3886200"/>
            <a:ext cx="1691640" cy="502920"/>
          </a:xfrm>
          <a:prstGeom prst="roundRect">
            <a:avLst>
              <a:gd name="adj" fmla="val 7273"/>
            </a:avLst>
          </a:prstGeom>
          <a:solidFill>
            <a:srgbClr val="FBF0DC"/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516368" y="3886200"/>
            <a:ext cx="16916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B4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SI02. Mantenimiento de Equipos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6B4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Infraestructura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2148840" y="4498848"/>
            <a:ext cx="1691640" cy="502920"/>
          </a:xfrm>
          <a:prstGeom prst="roundRect">
            <a:avLst>
              <a:gd name="adj" fmla="val 7273"/>
            </a:avLst>
          </a:prstGeom>
          <a:solidFill>
            <a:srgbClr val="FBF0DC"/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2148840" y="4498848"/>
            <a:ext cx="16916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B4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SN03. Diagnóstico por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6B4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Imágenes y Laboratorio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715000" y="4498848"/>
            <a:ext cx="1691640" cy="502920"/>
          </a:xfrm>
          <a:prstGeom prst="roundRect">
            <a:avLst>
              <a:gd name="adj" fmla="val 7273"/>
            </a:avLst>
          </a:prstGeom>
          <a:solidFill>
            <a:srgbClr val="FBF0DC"/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715000" y="4498848"/>
            <a:ext cx="16916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B4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SI03. Gestión de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6B4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y Trámites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B5563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182880" y="6565392"/>
            <a:ext cx="1188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 metodológica: Guía H01.03.01 Mapa de Procesos V2.0 | Herramienta H01.03.01 Mapa de Procesos V2.0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2026-09-08T04:39:44Z</dcterms:created>
  <dcterms:modified xsi:type="dcterms:W3CDTF">2026-09-08T04:39:44Z</dcterms:modified>
</cp:coreProperties>
</file>