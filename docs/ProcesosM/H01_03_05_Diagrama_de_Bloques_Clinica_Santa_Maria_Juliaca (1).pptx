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B556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88952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82880" y="54864"/>
            <a:ext cx="1179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Bloques | Nivel 2 | Proceso de Nivel Superior: V01.2. Triaje y Evaluación Inicial del Paciente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82880" y="301752"/>
            <a:ext cx="1179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 Santa María Juliaca E.I.R.L.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286000" cy="3200400"/>
          </a:xfrm>
          <a:prstGeom prst="rect">
            <a:avLst/>
          </a:prstGeom>
          <a:solidFill>
            <a:srgbClr val="F2F8F9"/>
          </a:solidFill>
          <a:ln w="12700">
            <a:solidFill>
              <a:srgbClr val="0B55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73152" cy="3200400"/>
          </a:xfrm>
          <a:prstGeom prst="rect">
            <a:avLst/>
          </a:prstGeom>
          <a:solidFill>
            <a:srgbClr val="0B556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1325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691640"/>
            <a:ext cx="2011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Usuario admitido con historia clínica verificada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Historia clínica previa (si existe)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Orden de llegada tras admisión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80360" y="960120"/>
            <a:ext cx="6400800" cy="3749040"/>
          </a:xfrm>
          <a:prstGeom prst="rect">
            <a:avLst/>
          </a:prstGeom>
          <a:solidFill>
            <a:srgbClr val="FBE1DE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960120"/>
            <a:ext cx="6400800" cy="8229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063240" y="11430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V01.2. Triaje y Evaluación Inicial del Paciente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063240" y="15087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Líder: Enfermería de Triaje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0" y="210312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2103120"/>
            <a:ext cx="64008" cy="13716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337560" y="2148840"/>
            <a:ext cx="2514600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V01.2.1. Verificación de historia clínica y determinación de orden de atención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210312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2103120"/>
            <a:ext cx="64008" cy="13716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55080" y="2148840"/>
            <a:ext cx="2514600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V01.2.2. Control de funciones vitales y medidas antropométricas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063240" y="370332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evaluación inicial del paciente: determina el orden de prioridad y condiciona la calidad de la atención posterior.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509760" y="1234440"/>
            <a:ext cx="2286000" cy="3200400"/>
          </a:xfrm>
          <a:prstGeom prst="rect">
            <a:avLst/>
          </a:prstGeom>
          <a:solidFill>
            <a:srgbClr val="FBF0EE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722608" y="1234440"/>
            <a:ext cx="73152" cy="32004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646920" y="1325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692640" y="1691640"/>
            <a:ext cx="2011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Orden de atención establecido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Signos vitales y medidas antropométricas registrados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Historia clínica en consultorio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556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82880" y="6565392"/>
            <a:ext cx="1179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Referencia: Guía H01.03.05 Diagrama de Bloques V2.0 | Herramienta H01.03.05 Diagrama de Bloques V2.0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B556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88952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82880" y="54864"/>
            <a:ext cx="1179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Bloques | Nivel 2 | Proceso de Nivel Superior: V02.1. Hospitalización del Paciente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82880" y="301752"/>
            <a:ext cx="1179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 Santa María Juliaca E.I.R.L.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286000" cy="3200400"/>
          </a:xfrm>
          <a:prstGeom prst="rect">
            <a:avLst/>
          </a:prstGeom>
          <a:solidFill>
            <a:srgbClr val="F2F8F9"/>
          </a:solidFill>
          <a:ln w="12700">
            <a:solidFill>
              <a:srgbClr val="0B55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73152" cy="3200400"/>
          </a:xfrm>
          <a:prstGeom prst="rect">
            <a:avLst/>
          </a:prstGeom>
          <a:solidFill>
            <a:srgbClr val="0B556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1325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691640"/>
            <a:ext cx="2011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Orden de hospitalización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Historia clínica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Indicación médica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80360" y="960120"/>
            <a:ext cx="6400800" cy="3749040"/>
          </a:xfrm>
          <a:prstGeom prst="rect">
            <a:avLst/>
          </a:prstGeom>
          <a:solidFill>
            <a:srgbClr val="FBE1DE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960120"/>
            <a:ext cx="6400800" cy="8229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063240" y="11430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V02.1. Hospitalización del Paciente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063240" y="15087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Líder: Jefatura del Servicio de Hospitalización / Médico Tratante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0" y="210312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2103120"/>
            <a:ext cx="64008" cy="13716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337560" y="2148840"/>
            <a:ext cx="2514600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V02.1.1. Ingreso y ubicación del paciente hospitalizado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210312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2103120"/>
            <a:ext cx="64008" cy="13716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55080" y="2148840"/>
            <a:ext cx="2514600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V02.1.2. Seguimiento clínico y coordinación con especialidades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063240" y="370332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núcleo de creación de valor clínico: el tratamiento y seguimiento del paciente hospitalizado.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509760" y="1234440"/>
            <a:ext cx="2286000" cy="3200400"/>
          </a:xfrm>
          <a:prstGeom prst="rect">
            <a:avLst/>
          </a:prstGeom>
          <a:solidFill>
            <a:srgbClr val="FBF0EE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722608" y="1234440"/>
            <a:ext cx="73152" cy="32004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646920" y="1325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692640" y="1691640"/>
            <a:ext cx="2011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Paciente ubicado y en tratamiento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Historia clínica con evolución diaria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Condición de alta o continuidad determinada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556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82880" y="6565392"/>
            <a:ext cx="1179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Referencia: Guía H01.03.05 Diagrama de Bloques V2.0 | Herramienta H01.03.05 Diagrama de Bloques V2.0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B556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88952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82880" y="54864"/>
            <a:ext cx="1179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Bloques | Nivel 2 | Proceso de Nivel Superior: V02.2. Atención de Enfermería en Hospitalización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82880" y="301752"/>
            <a:ext cx="1179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 Santa María Juliaca E.I.R.L.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286000" cy="3200400"/>
          </a:xfrm>
          <a:prstGeom prst="rect">
            <a:avLst/>
          </a:prstGeom>
          <a:solidFill>
            <a:srgbClr val="F2F8F9"/>
          </a:solidFill>
          <a:ln w="12700">
            <a:solidFill>
              <a:srgbClr val="0B55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73152" cy="3200400"/>
          </a:xfrm>
          <a:prstGeom prst="rect">
            <a:avLst/>
          </a:prstGeom>
          <a:solidFill>
            <a:srgbClr val="0B556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1325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691640"/>
            <a:ext cx="2011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Indicaciones médicas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Historia clínica del paciente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Kardex de enfermería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80360" y="960120"/>
            <a:ext cx="6400800" cy="3749040"/>
          </a:xfrm>
          <a:prstGeom prst="rect">
            <a:avLst/>
          </a:prstGeom>
          <a:solidFill>
            <a:srgbClr val="FBE1DE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960120"/>
            <a:ext cx="6400800" cy="8229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063240" y="11430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V02.2. Atención de Enfermería en Hospitalización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063240" y="15087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Líder: Jefatura de Enfermería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0" y="210312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2103120"/>
            <a:ext cx="64008" cy="13716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337560" y="2148840"/>
            <a:ext cx="2514600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V02.2.1. Administración de tratamiento y control de indicaciones médicas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210312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2103120"/>
            <a:ext cx="64008" cy="13716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55080" y="2148840"/>
            <a:ext cx="2514600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V02.2.2. Registro de evolución y cuidados de enfermería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063240" y="370332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cuidado continuo del paciente hospitalizado: asegura la ejecución segura de las indicaciones médicas.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509760" y="1234440"/>
            <a:ext cx="2286000" cy="3200400"/>
          </a:xfrm>
          <a:prstGeom prst="rect">
            <a:avLst/>
          </a:prstGeom>
          <a:solidFill>
            <a:srgbClr val="FBF0EE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722608" y="1234440"/>
            <a:ext cx="73152" cy="32004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646920" y="1325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692640" y="1691640"/>
            <a:ext cx="2011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Tratamiento administrado según indicación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Notas de enfermería registradas por turno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Kardex de enfermería actualizado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556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82880" y="6565392"/>
            <a:ext cx="1179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Referencia: Guía H01.03.05 Diagrama de Bloques V2.0 | Herramienta H01.03.05 Diagrama de Bloques V2.0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B556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88952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82880" y="54864"/>
            <a:ext cx="1179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Bloques | Nivel 2 | Proceso de Nivel Superior: E02.2. Gestión de Riesgos y Seguridad del Paciente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82880" y="301752"/>
            <a:ext cx="1179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 Santa María Juliaca E.I.R.L.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286000" cy="3200400"/>
          </a:xfrm>
          <a:prstGeom prst="rect">
            <a:avLst/>
          </a:prstGeom>
          <a:solidFill>
            <a:srgbClr val="F2F8F9"/>
          </a:solidFill>
          <a:ln w="12700">
            <a:solidFill>
              <a:srgbClr val="0B55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73152" cy="3200400"/>
          </a:xfrm>
          <a:prstGeom prst="rect">
            <a:avLst/>
          </a:prstGeom>
          <a:solidFill>
            <a:srgbClr val="0B556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1325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691640"/>
            <a:ext cx="2011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Reportes de incidentes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Consentimientos informados y registros clínicos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80360" y="960120"/>
            <a:ext cx="6400800" cy="3749040"/>
          </a:xfrm>
          <a:prstGeom prst="rect">
            <a:avLst/>
          </a:prstGeom>
          <a:solidFill>
            <a:srgbClr val="FBF0DC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960120"/>
            <a:ext cx="6400800" cy="82296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063240" y="11430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E02.2. Gestión de Riesgos y Seguridad del Paciente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063240" y="15087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Líder: Comité / Jefatura de Calidad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0" y="210312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2103120"/>
            <a:ext cx="64008" cy="137160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337560" y="2148840"/>
            <a:ext cx="2514600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E02.2.1. Identificación y control de riesgos clínicos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210312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2103120"/>
            <a:ext cx="64008" cy="137160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55080" y="2148840"/>
            <a:ext cx="2514600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E02.2.2. Gestión del consentimiento informado y seguimiento de eventos adversos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063240" y="370332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estratégico de soporte a la calidad: previene incidentes y asegura la seguridad del paciente en todos los servicios.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509760" y="1234440"/>
            <a:ext cx="2286000" cy="3200400"/>
          </a:xfrm>
          <a:prstGeom prst="rect">
            <a:avLst/>
          </a:prstGeom>
          <a:solidFill>
            <a:srgbClr val="FBF0EE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722608" y="1234440"/>
            <a:ext cx="73152" cy="32004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646920" y="1325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692640" y="1691640"/>
            <a:ext cx="2011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Riesgos identificados y priorizados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Acciones correctivas en seguimiento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556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82880" y="6565392"/>
            <a:ext cx="1179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Referencia: Guía H01.03.05 Diagrama de Bloques V2.0 | Herramienta H01.03.05 Diagrama de Bloques V2.0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B556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88952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82880" y="91440"/>
            <a:ext cx="1179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calidad metodológico – H01.03.05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188720"/>
            <a:ext cx="10332720" cy="3840480"/>
          </a:xfrm>
          <a:prstGeom prst="rect">
            <a:avLst/>
          </a:prstGeom>
          <a:solidFill>
            <a:srgbClr val="F7FAFA"/>
          </a:solidFill>
          <a:ln w="9525">
            <a:solidFill>
              <a:srgbClr val="0B55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188720"/>
            <a:ext cx="73152" cy="3840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34440" y="137160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Verificaciones realizadas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874520"/>
            <a:ext cx="9692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Cada diagrama toma como proceso de nivel superior uno de los cuatro procesos priorizados según el Listado y Priorización de Procesos (H01.03.04): Triaje, Hospitalización, Atención de Enfermería y Gestión de Riesgos.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Los bloques internos representan procesos Nivel 2 tomados de las Fichas de Caracterización (H01.03.06), actualizadas para reflejar la misma selección de procesos prioritarios.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Cada proceso representado cuenta con entradas y salidas identificadas a partir del Manual de Procedimientos de la clínica.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Los diagramas muestran la secuencia básica; las interacciones detalladas se precisan en la caracterización SIPOC.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556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82880" y="6565392"/>
            <a:ext cx="1179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Referencia: Guía H01.03.05 Diagrama de Bloques V2.0 | Herramienta H01.03.05 Diagrama de Bloques V2.0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2026-09-08T04:40:31Z</dcterms:created>
  <dcterms:modified xsi:type="dcterms:W3CDTF">2026-09-08T04:40:31Z</dcterms:modified>
</cp:coreProperties>
</file>